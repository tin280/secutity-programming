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0C2A8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COMP.SEC.300 — Secure Programming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API &amp;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Swagger-Based Security Testing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Report — May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Tri Tin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0040" y="39776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9776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74520" y="39776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39776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29000" y="39776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39776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83480" y="39776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39776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" y="44348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434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874520" y="44348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74520" y="4434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29000" y="44348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B2A3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29000" y="4434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10972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52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655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Research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space, goals, and motivation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109728" cy="10972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252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01768" y="16550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1938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Build → Secure → Test → Evaluate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109728" cy="10972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4871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28895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Programming Principles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172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SQL injection, JWT, safe responses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109728" cy="10972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4871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01768" y="28895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31729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components, tech stack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109728" cy="10972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216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Security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expected behavior, results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6118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11880"/>
            <a:ext cx="109728" cy="10972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5001768" y="37216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01768" y="4123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1768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limitations, improvements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Research Question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 Security Matters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9105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via user-controlled input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7627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1396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 payloads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6148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3232" y="2724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authentication &amp; credential theft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46704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3232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data exposure (e.g. password hashes)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31920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3232" y="38953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access control on sensitive routes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4572000" y="1097280"/>
            <a:ext cx="0" cy="3749040"/>
          </a:xfrm>
          <a:prstGeom prst="line">
            <a:avLst/>
          </a:prstGeom>
          <a:noFill/>
          <a:ln w="12700">
            <a:solidFill>
              <a:srgbClr val="CCDDEC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754880" y="1097280"/>
            <a:ext cx="402336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754880" y="1097280"/>
            <a:ext cx="109728" cy="1920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1"/>
          <p:cNvSpPr/>
          <p:nvPr/>
        </p:nvSpPr>
        <p:spPr>
          <a:xfrm>
            <a:off x="4956048" y="1170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956048" y="1508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small CRUD API for user management be designed and tested to demonstrate practical secure programming principles?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75488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754880" y="35204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user management with auth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input before processing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passwords; use JWT in HttpOnly cookies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safe API responses (no passwordHash)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behavior via Swagger manual interface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build-and-test approach: Design → Implement → Secure → Test → Evaluate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600200" cy="320040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1600200" cy="10972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4592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0040" y="2578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9718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endpoints, attack surface, data flow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892808" y="26517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039112" y="1371600"/>
            <a:ext cx="1600200" cy="320040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39112" y="1371600"/>
            <a:ext cx="1600200" cy="109728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64592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39112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039112" y="2578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130552" y="29718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· TypeScript · TypeORM · MariaDB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11880" y="26517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3758184" y="1371600"/>
            <a:ext cx="1600200" cy="320040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58184" y="1371600"/>
            <a:ext cx="1600200" cy="10972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645920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58184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3758184" y="2578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849624" y="29718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bcrypt, JWT, cookies, safe responses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330952" y="26517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5477256" y="1371600"/>
            <a:ext cx="1600200" cy="320040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77256" y="1371600"/>
            <a:ext cx="1600200" cy="109728"/>
          </a:xfrm>
          <a:prstGeom prst="rect">
            <a:avLst/>
          </a:prstGeom>
          <a:solidFill>
            <a:srgbClr val="00C2A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45920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77256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5477256" y="2578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568696" y="29718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valid &amp; invalid requests side-by-side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050024" y="26517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196328" y="1371600"/>
            <a:ext cx="1600200" cy="320040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196328" y="1371600"/>
            <a:ext cx="1600200" cy="109728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164592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96328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7196328" y="2578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287768" y="29718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codes, response bodies, DB state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Programming Principles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09728" cy="17830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344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" y="16916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format, password strength, username pattern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schemas — type · length · format · charset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bad data at the boundary (fail early)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27448" y="109728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1097280"/>
            <a:ext cx="109728" cy="178308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2344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234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28616" y="16916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repository methods — no raw SQL concat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treat values as data, not code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validation blocks injection-looking strings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" y="306324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3063240"/>
            <a:ext cx="109728" cy="1783080"/>
          </a:xfrm>
          <a:prstGeom prst="rect">
            <a:avLst/>
          </a:prstGeom>
          <a:solidFill>
            <a:srgbClr val="00C2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2004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Cookie Auth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1208" y="36576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signed with HS256, 1-hour expiry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signed HttpOnly cookie → no XSS access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cookie detects tampering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27448" y="306324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27448" y="3063240"/>
            <a:ext cx="109728" cy="1783080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2004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3248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API Responses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28616" y="36576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toSafeUser() strips passwordHash before sending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only: id · email · username · role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sensitive field exposure to clients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685800" cy="34747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" y="960120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1234440" cy="34747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9601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960120"/>
            <a:ext cx="2468880" cy="34747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2295144" y="960120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34747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4764024" y="960120"/>
            <a:ext cx="4151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07592"/>
            <a:ext cx="8595360" cy="5486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" y="1399032"/>
            <a:ext cx="566928" cy="27432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" y="13990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60704" y="1307592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95144" y="130759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user account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4024" y="1307592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· safe response · no duplicate email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874520"/>
            <a:ext cx="8595360" cy="548640"/>
          </a:xfrm>
          <a:prstGeom prst="rect">
            <a:avLst/>
          </a:prstGeom>
          <a:solidFill>
            <a:srgbClr val="162232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" y="1965960"/>
            <a:ext cx="566928" cy="27432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1965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60704" y="1874520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95144" y="18745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email + pwd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1874520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verify · JWT create · HttpOnly cookie set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441448"/>
            <a:ext cx="8595360" cy="5486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" y="2532888"/>
            <a:ext cx="566928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" y="2532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0704" y="2441448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95144" y="244144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authenticated user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64024" y="2441448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valid cookie · returns safe user object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008376"/>
            <a:ext cx="8595360" cy="548640"/>
          </a:xfrm>
          <a:prstGeom prst="rect">
            <a:avLst/>
          </a:prstGeom>
          <a:solidFill>
            <a:srgbClr val="162232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" y="3099816"/>
            <a:ext cx="566928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" y="30998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60704" y="3008376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95144" y="3008376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users (protected)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64024" y="3008376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preHandler: authenticate · safe response mapping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575304"/>
            <a:ext cx="8595360" cy="5486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6" name="Shape 34"/>
          <p:cNvSpPr/>
          <p:nvPr/>
        </p:nvSpPr>
        <p:spPr>
          <a:xfrm>
            <a:off x="356616" y="3666744"/>
            <a:ext cx="566928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" y="36667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60704" y="3575304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/users/{id}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295144" y="3575304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 by UUID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64024" y="3575304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validation · auth required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142232"/>
            <a:ext cx="8595360" cy="548640"/>
          </a:xfrm>
          <a:prstGeom prst="rect">
            <a:avLst/>
          </a:prstGeom>
          <a:solidFill>
            <a:srgbClr val="162232"/>
          </a:solidFill>
          <a:ln/>
        </p:spPr>
      </p:sp>
      <p:sp>
        <p:nvSpPr>
          <p:cNvPr id="42" name="Shape 40"/>
          <p:cNvSpPr/>
          <p:nvPr/>
        </p:nvSpPr>
        <p:spPr>
          <a:xfrm>
            <a:off x="356616" y="4233672"/>
            <a:ext cx="566928" cy="27432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" y="42336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60704" y="4142232"/>
            <a:ext cx="1161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/auth/logout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295144" y="414223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auth session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64024" y="4142232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cleared · protected routes return 401 again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389888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89888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459736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9736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529584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9584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599432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9432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669280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739128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39128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@fastify/cookie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808976" y="4663440"/>
            <a:ext cx="100584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08976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Swagger-Based Security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06040" y="10241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892040" y="1024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550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641080" cy="402336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" y="1435608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258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 creation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13258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email + strong password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55080" y="132588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 works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755648"/>
            <a:ext cx="86410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" y="186537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7556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email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invalid-email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7556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55080" y="175564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input rejected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185416"/>
            <a:ext cx="8641080" cy="402336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" y="2295144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18541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06040" y="21854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123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1854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218541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credentials blocked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615184"/>
            <a:ext cx="86410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2724912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6151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(email)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26151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1=1 --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26151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55080" y="26151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blocked by validation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044952"/>
            <a:ext cx="8641080" cy="402336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" y="31546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04495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username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304495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&lt;script&gt;alert(1)&lt;/script&gt;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3044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55080" y="304495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payload rejected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474720"/>
            <a:ext cx="86410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47472" y="358444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4747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 (no login)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06040" y="3474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cookie sent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55080" y="34747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enforced on route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904488"/>
            <a:ext cx="8641080" cy="402336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45" name="Shape 43"/>
          <p:cNvSpPr/>
          <p:nvPr/>
        </p:nvSpPr>
        <p:spPr>
          <a:xfrm>
            <a:off x="347472" y="4014216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90448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 (after login)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606040" y="39044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session cookie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92040" y="39044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(safe list)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55080" y="39044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auth works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334256"/>
            <a:ext cx="86410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347472" y="4443984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43342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→ GET /users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06040" y="43342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cookie, retry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92040" y="43342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55080" y="43342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termination works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764024"/>
            <a:ext cx="8641080" cy="402336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57" name="Shape 55"/>
          <p:cNvSpPr/>
          <p:nvPr/>
        </p:nvSpPr>
        <p:spPr>
          <a:xfrm>
            <a:off x="347472" y="4873752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76402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606040" y="47640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email reused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92040" y="47640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Conflict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355080" y="47640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account prevented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Security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09728" cy="17373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2529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12252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" y="169164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emails and weak passwords rejected before storage. SQL injection-looking payloads blocked at the application boundary — visible as 400 Bad Request in Swagger.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27448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1097280"/>
            <a:ext cx="109728" cy="173736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22529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5816" y="12252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Lifecycle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28616" y="169164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 returns 401 before login. After login the auth cookie is set, the route returns 200. After logout the cookie is cleared and 401 is returned again — lifecycle works correctly.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3017520"/>
            <a:ext cx="109728" cy="1737360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14553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8408" y="314553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1208" y="361188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safe user objects only: id · email · username · role. No passwordHash is ever exposed to any client — confirmed across all tested endpoints.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27448" y="301752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27448" y="3017520"/>
            <a:ext cx="109728" cy="17373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14553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85816" y="314553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Evaluation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28616" y="361188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success would mean: login bypass, unauthorized records, or SQL errors. None occurred. TypeORM treats values as data; login bypass with ' OR 1=1 -- fails at validation.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109728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960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 accessible to any authenticated user — should be admin-only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is manual via Swagger only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control (RBAC) implemented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not configured for HTTPS (secure: false in dev)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error handling or audit logging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 token mechanism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34840" y="960120"/>
            <a:ext cx="0" cy="3840480"/>
          </a:xfrm>
          <a:prstGeom prst="line">
            <a:avLst/>
          </a:prstGeom>
          <a:noFill/>
          <a:ln w="12700">
            <a:solidFill>
              <a:srgbClr val="2D3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960120"/>
            <a:ext cx="4160520" cy="38404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960120"/>
            <a:ext cx="109728" cy="38404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Improvements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53619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02352" y="1444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(admin vs user routes)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031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2352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integration tests (replace manual Swagger)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6700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02352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pattern for better session management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23697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02352" y="31455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HTTPS cookie config (secure: true) for production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80390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02352" y="37124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 &amp; structured audit logging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370832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02352" y="4279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least-privilege — dedicated app DB user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B2A3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that secure programming principles can be effectively shown in a small CRUD API when each control is linked to observable, repeatable test cases.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achieved: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83464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validated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743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832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3291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HttpOnly cookie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33832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0" y="3291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protected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93192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1520" y="3840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responses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93192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29200" y="38404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testing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COMP.SEC.300 Secure Programming  ·  Nguyen Tri Tin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COMP.SEC.300 – Secure CRUD API</dc:title>
  <dc:subject>PptxGenJS Presentation</dc:subject>
  <dc:creator>Nguyen Tri Tin</dc:creator>
  <cp:lastModifiedBy>Nguyen Tri Tin</cp:lastModifiedBy>
  <cp:revision>1</cp:revision>
  <dcterms:created xsi:type="dcterms:W3CDTF">2026-05-15T18:40:19Z</dcterms:created>
  <dcterms:modified xsi:type="dcterms:W3CDTF">2026-05-15T18:40:19Z</dcterms:modified>
</cp:coreProperties>
</file>